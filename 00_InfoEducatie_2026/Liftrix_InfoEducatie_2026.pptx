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62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0C9B7">
              <a:alpha val="12000"/>
            </a:srgbClr>
          </a:solidFill>
          <a:ln w="12700">
            <a:solidFill>
              <a:srgbClr val="20C9B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3200400"/>
            <a:ext cx="2011680" cy="2011680"/>
          </a:xfrm>
          <a:prstGeom prst="ellipse">
            <a:avLst/>
          </a:prstGeom>
          <a:solidFill>
            <a:srgbClr val="20C9B7">
              <a:alpha val="8000"/>
            </a:srgbClr>
          </a:solidFill>
          <a:ln w="12700">
            <a:solidFill>
              <a:srgbClr val="20C9B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LIFTRIX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52044" y="1635454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Platformă Android de fitness cu tracking inteligent,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AI și engagement social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286000" cy="36576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Servicii Firebase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Entități Room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InfoEducație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  |  Secțiunea: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Android · Kotlin · Jetpack Compose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este problema pe care o rezolvă Liftrix?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120640" cy="8046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804672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fragmentat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721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Utilizatorii folosesc 3-4 aplicații separate: una pentru workout, alta pentru progres, alta pentru coaching. Datele nu comunică.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5120640" cy="8046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54864" cy="804672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Dependența de internet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4048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mai populare aplicații de fitness nu funcționează offline — o problemă majoră la sală unde conexiunea este instabilă.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5120640" cy="8046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08376"/>
            <a:ext cx="54864" cy="804672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0540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generic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337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Sfaturile AI din aplicațiile existente nu țin cont de istoricul personal de antrenamente al utilizatorului.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41064"/>
            <a:ext cx="5120640" cy="8046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941064"/>
            <a:ext cx="54864" cy="804672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9867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Izolarea socială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2702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Lipsa unui mecanism real de motivație socială contextualizat pe activitatea de antrenament.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143000"/>
            <a:ext cx="3017520" cy="3566160"/>
          </a:xfrm>
          <a:prstGeom prst="rect">
            <a:avLst/>
          </a:prstGeom>
          <a:solidFill>
            <a:srgbClr val="F0FFFE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0720" y="1143000"/>
            <a:ext cx="3017520" cy="54864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contează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17373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</a:t>
            </a:r>
            <a:r>
              <a:rPr lang="it-IT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aplicațiile de fitness pierd utilizatori rapid în prima lună.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97880" y="224942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</a:t>
            </a:r>
            <a:r>
              <a:rPr lang="es-E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Piața</a:t>
            </a:r>
            <a:r>
              <a:rPr lang="es-E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globală</a:t>
            </a:r>
            <a:r>
              <a:rPr lang="es-E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 </a:t>
            </a:r>
            <a:r>
              <a:rPr lang="es-E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aplicațiilor</a:t>
            </a:r>
            <a:r>
              <a:rPr lang="es-E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fitness este </a:t>
            </a:r>
            <a:r>
              <a:rPr lang="es-E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evaluată</a:t>
            </a:r>
            <a:r>
              <a:rPr lang="es-E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peste 16.1 </a:t>
            </a:r>
            <a:r>
              <a:rPr lang="es-E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miliarde</a:t>
            </a:r>
            <a:r>
              <a:rPr lang="es-E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USD.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97880" y="27614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Sălile de sport au Wi-Fi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offline-first este esențial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97880" y="32735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Utilizatorii doresc coaching personalizat, nu sfaturi generice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97880" y="37856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Motivația socială crește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retenția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până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40%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cine este Liftrix?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64008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Sportivul amator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18–35 ani, antrenamente regulate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Vrea să urmărească progresul pe termen lung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90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 de provocări și achievements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5570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Folosește telefonul în sală activ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606040" cy="64008"/>
          </a:xfrm>
          <a:prstGeom prst="rect">
            <a:avLst/>
          </a:prstGeom>
          <a:solidFill>
            <a:srgbClr val="2A3B7D"/>
          </a:solidFill>
          <a:ln w="12700">
            <a:solidFill>
              <a:srgbClr val="2A3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Pasionatul de powerlifting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084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ani, focus pe forță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3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nevoie de tracking precis al 1RM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990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3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Vrea progressive overload automatizat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35570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3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Compară performanțele cu prietenii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05156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1051560"/>
            <a:ext cx="26060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264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Începătorul motivat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084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16–28 ani, primul an de sală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Nevoia de coaching și ghidare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990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Vrea validare socială și comunitate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35570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critic — nu știe cum funcționează sălile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FAFFFE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5720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Android (Min SDK 26 — API 26+)  ·  Offline-first  ·  5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utilizatori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Accesibil gratuit prin APK direct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Liftrix — O singură platformă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tot ce înseamnă fitness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023360" cy="1371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20C9B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64008" cy="1371600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Workout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sesiuni în timp real, 100 exerciții predefinite, overload progresiv, template-uri personalizate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4023360" cy="1371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5B8AF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64008" cy="1371600"/>
          </a:xfrm>
          <a:prstGeom prst="rect">
            <a:avLst/>
          </a:prstGeom>
          <a:solidFill>
            <a:srgbClr val="5B8AF5"/>
          </a:solidFill>
          <a:ln w="12700">
            <a:solidFill>
              <a:srgbClr val="5B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Progress Analytics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9842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widget-uri de analiză, grafice bezier, heatmap frecvență, calcul 1RM cu formula Epley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023360" cy="1371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64008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Social Engagement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844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cu privacy-tier 3 nivele, comentarii/like-uri real-time, pairing QR code la sală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4023360" cy="1371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64008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Coaching (Gemini 2.5)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5844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context-aware cu istoricul tău, generare plan </a:t>
            </a:r>
            <a:r>
              <a:rPr lang="en-US" sz="1050" dirty="0" err="1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antrenament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20C9B7">
              <a:alpha val="20000"/>
            </a:srgbClr>
          </a:solidFill>
          <a:ln w="12700">
            <a:solidFill>
              <a:srgbClr val="20C9B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Offline-first  ·  Sincronizare automată Firebase  · </a:t>
            </a:r>
            <a:r>
              <a:rPr lang="en-US" sz="950" dirty="0" err="1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grafice</a:t>
            </a:r>
            <a:r>
              <a:rPr lang="en-US" sz="950" dirty="0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optimizate pentru randare fluidă în Compose  ·  Securitate user-scoped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UTILIZATOR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arată o sesiune tipică în Liftrix?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95528" y="1143000"/>
            <a:ext cx="749808" cy="749808"/>
          </a:xfrm>
          <a:prstGeom prst="ellipse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5528" y="1143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36776" y="1481328"/>
            <a:ext cx="36576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38528" y="1426464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325880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4871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email+parolă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143000"/>
            <a:ext cx="749808" cy="74980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96312" y="1143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37560" y="1481328"/>
            <a:ext cx="36576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39312" y="1426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03704" y="2011680"/>
            <a:ext cx="1325880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67712" y="20848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Selectează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67712" y="24871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biblioteca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personală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unul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de AI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97096" y="1143000"/>
            <a:ext cx="749808" cy="7498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97096" y="1143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38344" y="1481328"/>
            <a:ext cx="36576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0096" y="1426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04488" y="2011680"/>
            <a:ext cx="1325880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68496" y="20848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Sesiune Activă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68496" y="24871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seturi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timp real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1143000"/>
            <a:ext cx="749808" cy="7498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97880" y="1143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39128" y="1481328"/>
            <a:ext cx="36576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40880" y="1426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05272" y="2011680"/>
            <a:ext cx="1325880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0" y="20848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24871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cu 12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widget-uri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98664" y="1143000"/>
            <a:ext cx="749808" cy="7498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98664" y="1143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306056" y="2011680"/>
            <a:ext cx="1325880" cy="14173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70064" y="20848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70064" y="24871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Share, feedback AI,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motivație socială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566160"/>
            <a:ext cx="8321040" cy="1261872"/>
          </a:xfrm>
          <a:prstGeom prst="rect">
            <a:avLst/>
          </a:prstGeom>
          <a:solidFill>
            <a:srgbClr val="F0FFFE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3566160"/>
            <a:ext cx="8321040" cy="54864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Comportament Offline-First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400507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acțiunile sunt salvate local imediat → UI-ul se actualizează optimistic → Sincronizare automată cu Firebase când conexiunea revine → Rezolvare conflicte prin last-write-wins prin timestamp-uri (lastModified); localul câștigă la egalitate în resolverul central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FUNCȚIONALITĂȚI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poate face Liftrix?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0233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023360" cy="347472"/>
          </a:xfrm>
          <a:prstGeom prst="rect">
            <a:avLst/>
          </a:prstGeom>
          <a:solidFill>
            <a:srgbClr val="20C9B7">
              <a:alpha val="85000"/>
            </a:srgbClr>
          </a:solidFill>
          <a:ln w="12700">
            <a:solidFill>
              <a:srgbClr val="20C9B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60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Workout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356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sesiuni în timp real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7007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exerciții predefinite cu categorizare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9659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Exerciții custom cu poze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2311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overload automat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Template-uri versionate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0233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024128"/>
            <a:ext cx="4023360" cy="347472"/>
          </a:xfrm>
          <a:prstGeom prst="rect">
            <a:avLst/>
          </a:prstGeom>
          <a:solidFill>
            <a:srgbClr val="4F8EF7">
              <a:alpha val="85000"/>
            </a:srgbClr>
          </a:solidFill>
          <a:ln w="12700">
            <a:solidFill>
              <a:srgbClr val="4F8EF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1060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18888" y="14356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widget-uri interactive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7007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Grafice bezier fluide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18888" y="19659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frecvență antrenamente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22311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1RM (formula Epley)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24963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date pentru analiză (planificat)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0233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023360" cy="347472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Social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34290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cu privacy 3 niveluri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36941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Comentarii &amp; like-uri real-time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39593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pairing la sală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" y="42245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Celebrare PR-uri automat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" y="44897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Paginare Paging3 performantă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0233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3017520"/>
            <a:ext cx="4023360" cy="34747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8888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Coach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18888" y="34290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via Firebase Firebase AI / Vertex AI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36941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context-aware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9593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plan antrenament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18888" y="42245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 platouri de progres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18888" y="44897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RO + EN auto-detectat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TEHNICĂ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profesionistă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+ MVVM + MVI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5486400" cy="457200"/>
          </a:xfrm>
          <a:prstGeom prst="rect">
            <a:avLst/>
          </a:prstGeom>
          <a:solidFill>
            <a:srgbClr val="20C9B7">
              <a:alpha val="75000"/>
            </a:srgbClr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(Jetpack Compose, 30+ ecrane)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54533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StateFlow&lt;UiState&lt;T&gt;&gt;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0" y="17556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" y="1847088"/>
            <a:ext cx="5321808" cy="457200"/>
          </a:xfrm>
          <a:prstGeom prst="rect">
            <a:avLst/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9496" y="1865376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Layer (MVI Pattern)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9496" y="2093976"/>
            <a:ext cx="5138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Events + State Management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230428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" y="2395728"/>
            <a:ext cx="5157216" cy="457200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414016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Layer (84 use case-uri)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2642616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LiftrixResult&lt;T&gt;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85292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" y="2944368"/>
            <a:ext cx="4992624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" y="296265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 (47 interfețe)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3191256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+ Conflict Resolution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340156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" y="3493008"/>
            <a:ext cx="4828032" cy="45720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4" y="3511296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Layer (68 DAOs) + Room DB (69 Entități)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" y="373989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User-Scoped Security + Indexing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395020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041648"/>
            <a:ext cx="4663440" cy="45720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40599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Services (8 principale)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428853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· Auth · Storage · Firebase AI / Vertex AI ·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Tehnologic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Coroutines + Flow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+ Material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395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Hilt DI prin module consolidate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cu workeri specializați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Paging3 pentru feed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493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BOM 33.7.0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858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 QR Code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4224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MockK + Turbine (testing)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PROVOCĂRI &amp; INOVAȚIE TEHNICĂ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este tehnic dificil și inovator în Liftrix?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06040" cy="17190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606040" cy="54864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097280"/>
            <a:ext cx="1371600" cy="201168"/>
          </a:xfrm>
          <a:prstGeom prst="rect">
            <a:avLst/>
          </a:prstGeom>
          <a:solidFill>
            <a:srgbClr val="20C9B7">
              <a:alpha val="20000"/>
            </a:srgbClr>
          </a:solidFill>
          <a:ln w="12700">
            <a:solidFill>
              <a:srgbClr val="20C9B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COMPLEX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75488" y="1353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Sincronizare Offline-First cu Rezolvare Conflicte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3794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cu workeri specializați coordonați de UnifiedSyncWorker cu retry exponential. Conflict resolution prin timestamp comparison — funcționează fără logică server-side.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606040" cy="17190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987552"/>
            <a:ext cx="260604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1097280"/>
            <a:ext cx="1371600" cy="201168"/>
          </a:xfrm>
          <a:prstGeom prst="rect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PERFORMANȚĂ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10128" y="1353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Grafice</a:t>
            </a: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 fără librărie externă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83794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Curbele bezier și gradienții sunt desenate direct pe Canvas Compose. Calculul punctelor de control și optimizarea cu remember() asigură performanță constantă.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987552"/>
            <a:ext cx="2606040" cy="17190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987552"/>
            <a:ext cx="26060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44768" y="1097280"/>
            <a:ext cx="1371600" cy="201168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44768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44768" y="1353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User-Scoped la nivel de DAO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183794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query SQL include mandatory user_id. User scoping obligatoriu la nivel de DAO — accesul la datele altui utilizator este prevenit arhitectural. Pattern aplicat consistent la toate 68 DAO-uri.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2606040" cy="17190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889504"/>
            <a:ext cx="2606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" y="2999232"/>
            <a:ext cx="137160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2999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5488" y="32552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cu Context Real al Antrenamentelor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" y="373989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primește contextul complet al sesiunilor trecute, nu doar mesajul curent. Rate limiting (50 mesaje/zi + 100k tokens/luna), abuse prevention cu fitness keyword detection.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2889504"/>
            <a:ext cx="2606040" cy="17190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2889504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10128" y="2999232"/>
            <a:ext cx="137160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0128" y="2999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CALITATE COD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310128" y="32552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Navigație Type-Safe cu Rute Serializabile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10128" y="373989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@Serializable elimină complet erorile de tip String pentru navigație. Parametri complecși (List&lt;String&gt;, Boolean) trecuți type-safe între ecrane.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889504"/>
            <a:ext cx="2606040" cy="171907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35040" y="2889504"/>
            <a:ext cx="2606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44768" y="2999232"/>
            <a:ext cx="137160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44768" y="2999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SCALABILITATE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44768" y="32552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Social Privacy-Aware cu RemoteMediator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44768" y="373989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 privacy aplicată înainte de stocare locală. Paging3 + RemoteMediator asigură performanță la feed-uri mari fără memory pressure.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ANALIZĂ COMPETITIVĂ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Liftrix față de alternativele existente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378464"/>
              </p:ext>
            </p:extLst>
          </p:nvPr>
        </p:nvGraphicFramePr>
        <p:xfrm>
          <a:off x="365760" y="1005840"/>
          <a:ext cx="8604429" cy="3037332"/>
        </p:xfrm>
        <a:graphic>
          <a:graphicData uri="http://schemas.openxmlformats.org/drawingml/2006/table">
            <a:tbl>
              <a:tblPr/>
              <a:tblGrid>
                <a:gridCol w="227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6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Caracteristică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Liftrix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C9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MyFitnessPal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 App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Strava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Hevy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340"/>
                          </a:solidFill>
                        </a:rPr>
                        <a:t>Tracking antrenamente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A897"/>
                          </a:solidFill>
                        </a:rPr>
                        <a:t>✅ Complet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Limitat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</a:rPr>
                        <a:t>✅ Complet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orientare spre alergare/ciclism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</a:rPr>
                        <a:t>✅ Complet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340"/>
                          </a:solidFill>
                        </a:rPr>
                        <a:t>Offline-first arhitectură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A897"/>
                          </a:solidFill>
                        </a:rPr>
                        <a:t>✅ Da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</a:rPr>
                        <a:t>✅ Da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Parțial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</a:rPr>
                        <a:t>✅ Da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340"/>
                          </a:solidFill>
                        </a:rPr>
                        <a:t>AI Coaching integrat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A897"/>
                          </a:solidFill>
                        </a:rPr>
                        <a:t>✅ Gemini 2.5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Basic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340"/>
                          </a:solidFill>
                        </a:rPr>
                        <a:t>Social + motivație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A897"/>
                          </a:solidFill>
                        </a:rPr>
                        <a:t>✅ Complet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</a:rPr>
                        <a:t>✅ </a:t>
                      </a:r>
                      <a:r>
                        <a:rPr lang="en-US" sz="950" dirty="0" err="1">
                          <a:solidFill>
                            <a:srgbClr val="16A34A"/>
                          </a:solidFill>
                        </a:rPr>
                        <a:t>Complet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</a:rPr>
                        <a:t>✅ Da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</a:rPr>
                        <a:t>✅ </a:t>
                      </a:r>
                      <a:r>
                        <a:rPr lang="en-US" sz="950" dirty="0" err="1">
                          <a:solidFill>
                            <a:srgbClr val="16A34A"/>
                          </a:solidFill>
                        </a:rPr>
                        <a:t>Complet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Limitat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340"/>
                          </a:solidFill>
                        </a:rPr>
                        <a:t>Progress analytics avansat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A897"/>
                          </a:solidFill>
                        </a:rPr>
                        <a:t>✅ 12 widget-uri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Basic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Mediu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Cardio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Mediu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340"/>
                          </a:solidFill>
                        </a:rPr>
                        <a:t>Cost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A897"/>
                          </a:solidFill>
                        </a:rPr>
                        <a:t>✅ </a:t>
                      </a:r>
                      <a:r>
                        <a:rPr lang="en-US" sz="950" b="1" dirty="0" err="1">
                          <a:solidFill>
                            <a:srgbClr val="0FA897"/>
                          </a:solidFill>
                        </a:rPr>
                        <a:t>Gratuit</a:t>
                      </a:r>
                      <a:r>
                        <a:rPr lang="en-US" sz="950" b="1" dirty="0">
                          <a:solidFill>
                            <a:srgbClr val="0FA897"/>
                          </a:solidFill>
                        </a:rPr>
                        <a:t> + AI Pro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Freemium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Freemium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Freemium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⚠️ Freemium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340"/>
                          </a:solidFill>
                        </a:rPr>
                        <a:t>QR Pairing la sală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FA897"/>
                          </a:solidFill>
                        </a:rPr>
                        <a:t>✅ Unic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Nu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METRICI &amp; PERFORMANȚĂ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măsurabile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6596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0C9B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0C9B7"/>
                </a:solidFill>
                <a:latin typeface="Calibri" pitchFamily="34" charset="0"/>
                <a:cs typeface="Calibri" pitchFamily="34" charset="-120"/>
              </a:rPr>
              <a:t>~9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7830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2048256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 în testing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44983" y="1092934"/>
            <a:ext cx="196596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18135" y="116608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28m 34s</a:t>
            </a:r>
          </a:p>
        </p:txBody>
      </p:sp>
      <p:sp>
        <p:nvSpPr>
          <p:cNvPr id="10" name="Text 8"/>
          <p:cNvSpPr/>
          <p:nvPr/>
        </p:nvSpPr>
        <p:spPr>
          <a:xfrm>
            <a:off x="3518135" y="177873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retenție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18135" y="204391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30 zile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75051" y="1092934"/>
            <a:ext cx="196596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8203" y="116608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48203" y="177873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8203" y="204391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atins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Performanță Tehnică (Atinsă)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3410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Optimizat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Operations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Eficient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Response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51760" y="4050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2336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Responsive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5176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3360" y="4370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Memory-aware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690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51760" y="4690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4690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Conform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TESTIMONIALE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spun utilizatorii despre Liftrix?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06040" cy="3383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606040" cy="64008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15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C9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Mi-a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plăcut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că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văd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graficul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la 1RM — n-am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mai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avut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asta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altă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aplicație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.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Singurul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lucru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pe care l-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aș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adăuga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e un reminder de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antrenament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dar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rest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</a:rPr>
              <a:t>e solid.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" y="3218688"/>
            <a:ext cx="1371600" cy="27432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V.M., 18 ani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 beta, student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87552"/>
            <a:ext cx="2606040" cy="3383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987552"/>
            <a:ext cx="260604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115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310128" y="1719072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Folosesc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Liftrix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vreo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lună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la sala din cartier. Ce mi-a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plăcut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cel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mai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mult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e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că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merge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fără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net  nu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mai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pierd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seturile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când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semnalul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e slab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în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subsol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.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Simplu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la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obiect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3310128" y="3218688"/>
            <a:ext cx="1371600" cy="274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R.P., 21 ani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 beta, powerlifting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987552"/>
            <a:ext cx="2606040" cy="3383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987552"/>
            <a:ext cx="26060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44768" y="1115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44768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144768" y="1719072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Eu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un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prieten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folosim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funcția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de gym buddy cu QR. Ne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urmărim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antrenamentele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reciproc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și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a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devenit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un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fel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competiție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sănătoasă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. N-am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mai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văzut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asta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la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alte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aplicații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000" dirty="0" err="1">
                <a:solidFill>
                  <a:schemeClr val="bg2">
                    <a:lumMod val="50000"/>
                  </a:schemeClr>
                </a:solidFill>
              </a:rPr>
              <a:t>gratuite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44768" y="3218688"/>
            <a:ext cx="13716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4768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C.V., 27 ani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 beta, </a:t>
            </a:r>
            <a:r>
              <a:rPr lang="en-US" sz="9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pasionat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fitness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PROCESUL DE DEZVOLTARE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versionare și organizarea muncii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507492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Structura Proiectului &amp; Versionare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63624"/>
            <a:ext cx="182880" cy="182880"/>
          </a:xfrm>
          <a:prstGeom prst="ellipse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" y="1746504"/>
            <a:ext cx="36576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v0.1.0-alpha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556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de bază, Room DB, autentificare Firebase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182880" cy="18288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6072" y="2267712"/>
            <a:ext cx="36576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0299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v0.2.0-alpha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27685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management complet, DAO layer, use cases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6072" y="2788920"/>
            <a:ext cx="36576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5511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v0.3.0-beta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7980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analytics, custom charts, 12 widget-uri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" y="3310128"/>
            <a:ext cx="36576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0723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v0.4.0-beta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3192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feed, Paging3, privacy controls, QR pairing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64845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6072" y="3831336"/>
            <a:ext cx="36576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5935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v0.5.0-beta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38404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(Gemini 2.5), rate limiting, abuse detection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169664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114800"/>
            <a:ext cx="249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— Release candidat InfoEducație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3616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candidat InfoEducație 2026 · 132 commit-uri · 11 luni de dezvoltare activă (iunie 2025 – mai 2026)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23560" y="987552"/>
            <a:ext cx="315468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Practici de Dezvoltare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Branch strategy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18115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(verificat) · strategie main/develop/feature/* propusă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21417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Commit messages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2444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(feat:, fix:, refactor:)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60720" y="27746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Tags &amp; Release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3077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/ v1.1.0-beta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33288" y="34076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Issue tracking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33288" y="3710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 cu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bug_report + feature templates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0" y="4040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Documentație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60720" y="4343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docs/ complet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features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github.com/valentin5643/</a:t>
            </a:r>
            <a:r>
              <a:rPr lang="en-US" sz="900" b="1" dirty="0" err="1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LiftrixApp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TRANSPARENȚĂ &amp; RESURSE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Resurse externe folosite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 rolul AI-ului în proiect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Resurse Tehnice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7190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· Material 3 (Google)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· Auth · Storage · Analytics · Crashlytics · Performance · Remote Config · Messaging · Functions · App Check · Realtime Database · Firebase AI / Vertex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3042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Local: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(Android Jetpack) · Paging3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596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Hilt / Dagger (Google)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8895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Coroutines · Flow · StateFlow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182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(Android Jetpack)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474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ZXing (Apache 2.0) · zxing-android-embedded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767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AndroidX Security Crypto · Tink (Google)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059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MockK · Turbine · JUnit · Espresso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43525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extern: </a:t>
            </a: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 (play-services-auth)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12080" y="1298448"/>
            <a:ext cx="3657600" cy="35661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0" y="1298448"/>
            <a:ext cx="3657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924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Unde a intervenit AI-ul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719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Asistență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49240" y="17373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arhitectură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1956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Explorarea trade-off-urilor Clean Arch vs MVVM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21945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Semnificativ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22128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documentație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24323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docs/architecture.md, docs/features.md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2670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Asistență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26883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Asistență cod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9240" y="2907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Sugestii pentru pattern-uri specifice (WorkManager, etc.)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31455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Asistență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31638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33832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erorilor de compilare și runtime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36210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Minor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36393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sistem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3858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culori LiftrixColorsV2, spacing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40965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Autor 100%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4114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Logică business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43342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Implementată de autor, AI nu a generat logica core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VALOARE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Liftrix merită atenție?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06040" cy="3474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606040" cy="384048"/>
          </a:xfrm>
          <a:prstGeom prst="rect">
            <a:avLst/>
          </a:prstGeom>
          <a:solidFill>
            <a:srgbClr val="20C9B7">
              <a:alpha val="85000"/>
            </a:srgbClr>
          </a:solidFill>
          <a:ln w="12700">
            <a:solidFill>
              <a:srgbClr val="20C9B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Impact Tehnic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Clean care poate suporta echipe de 5+ devs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rezolvă o problemă reală în contexte cu conectivitate slabă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8950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entități Room + 68 DAO-uri + 16 repository-uri = codebase production-ready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6027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user-scoped aplicată consistent la toate nivelele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87552"/>
            <a:ext cx="2606040" cy="3474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987552"/>
            <a:ext cx="2606040" cy="384048"/>
          </a:xfrm>
          <a:prstGeom prst="rect">
            <a:avLst/>
          </a:prstGeom>
          <a:solidFill>
            <a:srgbClr val="4F8EF7">
              <a:alpha val="85000"/>
            </a:srgbClr>
          </a:solidFill>
          <a:ln w="12700">
            <a:solidFill>
              <a:srgbClr val="4F8EF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Impact Utilizator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4630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Elimină nevoia de 3-4 aplicații separate pentru tracking fitness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1762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Funcționează complet offline — esențial în sălile de sport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88950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personalizat bazat pe datele tale reale, nu sfaturi generice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36027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Motivație socială contextualizată pe activitate sportivă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987552"/>
            <a:ext cx="2606040" cy="3474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987552"/>
            <a:ext cx="2606040" cy="38404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Impact Educativ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14630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Demonstrează aplicabilitatea pattern-urilor enterprise în proiecte individuale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17627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Documentație completă ca model pentru proiecte educaționale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88950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AI responsabilă: rate limiting, abuse prevention, transparență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36027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Accesibilitate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Material 3, contrast, touch target 48dp, 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TalkBack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24691" y="2227891"/>
            <a:ext cx="3233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2800" b="1">
                <a:solidFill>
                  <a:srgbClr val="00E5CC"/>
                </a:solidFill>
                <a:latin typeface="Calibri" pitchFamily="34" charset="0"/>
              </a:rPr>
              <a:t>CAPTURI DE ECRAN</a:t>
            </a:r>
            <a:endParaRPr lang="ro-RO" sz="2800" b="1" dirty="0">
              <a:solidFill>
                <a:srgbClr val="00E5CC"/>
              </a:solidFill>
              <a:latin typeface="Calibri" pitchFamily="34" charset="0"/>
            </a:endParaRPr>
          </a:p>
        </p:txBody>
      </p:sp>
      <p:pic>
        <p:nvPicPr>
          <p:cNvPr id="4" name="Screenshots"/>
          <p:cNvPicPr>
            <a:picLocks noChangeAspect="1"/>
          </p:cNvPicPr>
          <p:nvPr/>
        </p:nvPicPr>
        <p:blipFill>
          <a:blip r:embed="rId2"/>
          <a:srcRect l="4849" t="9390" r="3561"/>
          <a:stretch>
            <a:fillRect/>
          </a:stretch>
        </p:blipFill>
        <p:spPr>
          <a:xfrm>
            <a:off x="3158836" y="52250"/>
            <a:ext cx="5958175" cy="5039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0C9B7"/>
          </a:solidFill>
          <a:ln w="12700">
            <a:solidFill>
              <a:srgbClr val="2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20C9B7">
              <a:alpha val="9000"/>
            </a:srgbClr>
          </a:solidFill>
          <a:ln w="12700">
            <a:solidFill>
              <a:srgbClr val="20C9B7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Liftrix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platformă fitness completă, arhitecturată profesionist,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AI integrat și design offline-first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Realizat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tracking complet (real-time, offline, sync)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 cu 12 widget-</a:t>
            </a:r>
            <a:r>
              <a:rPr lang="en-US" sz="1050" dirty="0" err="1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feed cu privacy 3 niveluri + QR pairing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(Gemini 2.5) — în testare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completă (module Hilt consolidate)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12080" y="1874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Următorii pași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publicare Google Play Store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0" y="2523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wearable (WearOS)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Analiză video formă exerciții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nutriție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1208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companion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personalizare avansată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321040" cy="7132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0C9B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valijianu98@gmail.com  |  🔗  github.com/valentin5643/</a:t>
            </a:r>
            <a:r>
              <a:rPr lang="en-US" sz="1000" dirty="0" err="1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LiftrixApp</a:t>
            </a:r>
            <a:r>
              <a:rPr lang="en-US" sz="1000" dirty="0">
                <a:solidFill>
                  <a:srgbClr val="B2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📱  APK disponibil în Releases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537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 mulțumesc! — Sunt deschis oricăror întrebări.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1957</Words>
  <Application>Microsoft Office PowerPoint</Application>
  <PresentationFormat>On-screen Show (16:9)</PresentationFormat>
  <Paragraphs>378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Liftrix — InfoEducație</dc:title>
  <dc:subject>PptxGenJS Presentation</dc:subject>
  <dc:creator>Liftrix</dc:creator>
  <cp:lastModifiedBy>lab1_ 14</cp:lastModifiedBy>
  <cp:revision>25</cp:revision>
  <dcterms:created xsi:type="dcterms:W3CDTF">2026-04-20T09:14:47Z</dcterms:created>
  <dcterms:modified xsi:type="dcterms:W3CDTF">2026-05-13T19:31:51Z</dcterms:modified>
</cp:coreProperties>
</file>